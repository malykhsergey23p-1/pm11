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338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72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693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94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6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640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112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177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597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17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4088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545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7059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530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557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39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A7755-37C7-45D2-929D-0DC099A4FDD1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10E07AE-B00D-4EEA-B762-FD257B5FC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41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32DF6-D25E-AA4E-8231-DF6D3D3C4D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atinLnBrk="1"/>
            <a:r>
              <a:rPr lang="ru-RU" sz="1800" dirty="0"/>
              <a:t>Разработка программного модуля для учета                      </a:t>
            </a:r>
            <a:br>
              <a:rPr lang="ru-RU" sz="1800" dirty="0"/>
            </a:br>
            <a:r>
              <a:rPr lang="ru-RU" sz="1800" dirty="0"/>
              <a:t>результатов проведения демонстрационного экзамена колледже         </a:t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4BAFDF-0B51-067D-E78E-A2E50A694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6835" y="4041733"/>
            <a:ext cx="7766936" cy="1096899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Выполнил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студент группы 23П-1</a:t>
            </a:r>
          </a:p>
          <a:p>
            <a:r>
              <a:rPr lang="ru-RU" dirty="0">
                <a:solidFill>
                  <a:schemeClr val="tx1"/>
                </a:solidFill>
              </a:rPr>
              <a:t>Малых Сергей Павлович</a:t>
            </a:r>
          </a:p>
          <a:p>
            <a:r>
              <a:rPr lang="ru-RU" dirty="0">
                <a:solidFill>
                  <a:schemeClr val="tx1"/>
                </a:solidFill>
              </a:rPr>
              <a:t>Руководитель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Махнев Александр Анатольевич</a:t>
            </a:r>
          </a:p>
        </p:txBody>
      </p:sp>
    </p:spTree>
    <p:extLst>
      <p:ext uri="{BB962C8B-B14F-4D97-AF65-F5344CB8AC3E}">
        <p14:creationId xmlns:p14="http://schemas.microsoft.com/office/powerpoint/2010/main" val="98625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063FC-9E7C-0211-5F80-BABE04D40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и цель работы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49979A-542F-1E07-A4E3-6878ACD5A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Демонстрационный экзамен — обязательная форма аттестации в СПО</a:t>
            </a:r>
          </a:p>
          <a:p>
            <a:r>
              <a:rPr lang="ru-RU" dirty="0">
                <a:solidFill>
                  <a:schemeClr val="tx1"/>
                </a:solidFill>
              </a:rPr>
              <a:t>Отсутствие специализированных программ для учета результатов</a:t>
            </a:r>
          </a:p>
          <a:p>
            <a:r>
              <a:rPr lang="ru-RU" dirty="0">
                <a:solidFill>
                  <a:schemeClr val="tx1"/>
                </a:solidFill>
              </a:rPr>
              <a:t>Ручной ввод данных приводит к ошибкам и дублированию</a:t>
            </a:r>
          </a:p>
          <a:p>
            <a:r>
              <a:rPr lang="ru-RU" dirty="0">
                <a:solidFill>
                  <a:schemeClr val="tx1"/>
                </a:solidFill>
              </a:rPr>
              <a:t>Необходимость аудита изменений результатов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Цель работы: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Разработать программный модуль для автоматизации учета результатов демонстрационного экзамена в колледже.</a:t>
            </a:r>
            <a:br>
              <a:rPr lang="ru-RU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952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A6B3C2-C172-AA2C-F204-0AF804FB4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Задачи работы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0A5AB5-AC36-5A8F-DED7-C955ADD27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Провести анализ предметной области и требований</a:t>
            </a:r>
          </a:p>
          <a:p>
            <a:r>
              <a:rPr lang="ru-RU" dirty="0"/>
              <a:t>Спроектировать структуру базы данных </a:t>
            </a:r>
            <a:r>
              <a:rPr lang="ru-RU" dirty="0" err="1"/>
              <a:t>лиз</a:t>
            </a:r>
            <a:r>
              <a:rPr lang="ru-RU" dirty="0"/>
              <a:t> предметной области и требований</a:t>
            </a:r>
          </a:p>
          <a:p>
            <a:r>
              <a:rPr lang="ru-RU" dirty="0"/>
              <a:t>Реализовать CRUD-операции для работы с данными</a:t>
            </a:r>
          </a:p>
          <a:p>
            <a:r>
              <a:rPr lang="ru-RU" dirty="0"/>
              <a:t>Разработать удобный пользовательский интерфейс</a:t>
            </a:r>
          </a:p>
          <a:p>
            <a:r>
              <a:rPr lang="ru-RU" dirty="0"/>
              <a:t>Внедрить систему авторизации и разграничения доступа</a:t>
            </a:r>
          </a:p>
          <a:p>
            <a:r>
              <a:rPr lang="ru-RU" dirty="0"/>
              <a:t>Протестировать модуль и подготовить документацию</a:t>
            </a:r>
          </a:p>
        </p:txBody>
      </p:sp>
    </p:spTree>
    <p:extLst>
      <p:ext uri="{BB962C8B-B14F-4D97-AF65-F5344CB8AC3E}">
        <p14:creationId xmlns:p14="http://schemas.microsoft.com/office/powerpoint/2010/main" val="800401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196917-9E3B-3825-09DE-44B9B8C5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Концептуальная модель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576B6E-216E-62B9-7720-A3CB3ED30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процессе работы была спроектирована концептуальная модель базы данных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F1D9E8-283B-F126-C08C-E386D1730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526" y="2818463"/>
            <a:ext cx="5507164" cy="308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80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594C0D-5FF4-A549-BEA9-A9B3AB8C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Функциональные требования (</a:t>
            </a:r>
            <a:r>
              <a:rPr lang="en-US" b="1" dirty="0"/>
              <a:t>Use Case)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30951D-8336-A1EF-180F-D7B779B8A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Эксперт</a:t>
            </a:r>
            <a:r>
              <a:rPr lang="en-US" b="1" dirty="0"/>
              <a:t> – </a:t>
            </a:r>
            <a:r>
              <a:rPr lang="ru-RU" b="1" dirty="0"/>
              <a:t>ввод результата </a:t>
            </a:r>
            <a:r>
              <a:rPr lang="en-US" b="1" dirty="0"/>
              <a:t>,</a:t>
            </a:r>
            <a:r>
              <a:rPr lang="ru-RU" b="1" dirty="0"/>
              <a:t>проверка балла</a:t>
            </a:r>
            <a:r>
              <a:rPr lang="en-US" b="1" dirty="0"/>
              <a:t>, </a:t>
            </a:r>
            <a:r>
              <a:rPr lang="ru-RU" b="1" dirty="0"/>
              <a:t>редактирование результата</a:t>
            </a:r>
            <a:r>
              <a:rPr lang="en-US" b="1" dirty="0"/>
              <a:t>.</a:t>
            </a:r>
            <a:endParaRPr lang="ru-RU" b="1" dirty="0"/>
          </a:p>
          <a:p>
            <a:r>
              <a:rPr lang="ru-RU" b="1" dirty="0"/>
              <a:t>Методист – формирование отчета</a:t>
            </a:r>
            <a:r>
              <a:rPr lang="en-US" b="1" dirty="0"/>
              <a:t>,</a:t>
            </a:r>
            <a:r>
              <a:rPr lang="ru-RU" b="1" dirty="0"/>
              <a:t> создание модели</a:t>
            </a:r>
            <a:r>
              <a:rPr lang="en-US" b="1" dirty="0"/>
              <a:t>, </a:t>
            </a:r>
            <a:r>
              <a:rPr lang="ru-RU" b="1" dirty="0"/>
              <a:t>настройка экзамена</a:t>
            </a:r>
            <a:r>
              <a:rPr lang="en-US" b="1" dirty="0"/>
              <a:t>.</a:t>
            </a:r>
            <a:endParaRPr lang="ru-RU" b="1" dirty="0"/>
          </a:p>
          <a:p>
            <a:r>
              <a:rPr lang="ru-RU" b="1" dirty="0"/>
              <a:t>Администратор – назначение роли пользователю</a:t>
            </a:r>
            <a:r>
              <a:rPr lang="en-US" b="1" dirty="0"/>
              <a:t>, </a:t>
            </a:r>
            <a:r>
              <a:rPr lang="ru-RU" b="1" dirty="0"/>
              <a:t>регистрация пользователя</a:t>
            </a:r>
            <a:r>
              <a:rPr lang="en-US" b="1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8021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6716E-6D41-089B-45EA-A489BA744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Интерфейс программы</a:t>
            </a:r>
            <a:br>
              <a:rPr lang="ru-RU" b="1" dirty="0"/>
            </a:b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7122A22-182B-1F77-6A5A-A905CC135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Главное окно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Вход в систему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8F4EB0D-71F1-7FA8-D185-793F6BB42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480" y="1495899"/>
            <a:ext cx="3975386" cy="249088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C9DF232-475C-1668-FD7E-0ED593BE6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972" y="4159369"/>
            <a:ext cx="2129028" cy="216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47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B734D-007C-5281-B575-26F3507A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Реализация авторизации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17ECE9-F2E4-7422-1CE1-EFFE3968A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Администратор</a:t>
            </a:r>
            <a:r>
              <a:rPr lang="en-US" dirty="0"/>
              <a:t> - </a:t>
            </a:r>
            <a:r>
              <a:rPr lang="ru-RU" dirty="0"/>
              <a:t>Полный доступ: управление пользователями, журнал, удаление записей</a:t>
            </a:r>
            <a:r>
              <a:rPr lang="en-US" dirty="0"/>
              <a:t>.</a:t>
            </a:r>
          </a:p>
          <a:p>
            <a:r>
              <a:rPr lang="ru-RU" dirty="0"/>
              <a:t>Методист - Управление справочниками, экзаменами, отчёты</a:t>
            </a:r>
            <a:r>
              <a:rPr lang="en-US" dirty="0"/>
              <a:t>.</a:t>
            </a:r>
          </a:p>
          <a:p>
            <a:r>
              <a:rPr lang="ru-RU" dirty="0"/>
              <a:t>Эксперт - Ввод и корректировка результатов</a:t>
            </a:r>
            <a:r>
              <a:rPr lang="en-US" dirty="0"/>
              <a:t>.</a:t>
            </a:r>
          </a:p>
          <a:p>
            <a:r>
              <a:rPr lang="ru-RU" dirty="0"/>
              <a:t>Наблюдатель</a:t>
            </a:r>
            <a:r>
              <a:rPr lang="en-US" dirty="0"/>
              <a:t> - </a:t>
            </a:r>
            <a:r>
              <a:rPr lang="ru-RU" dirty="0"/>
              <a:t>Только просмотр публичных данных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7254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5C88FF-E66E-1C0E-406A-8FC1E82B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756760-EA98-F83F-E654-D82623E23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В результате выполнения работы был разработан программный модуль для учета результатов проведения демонстрационного экзамена в колледже. В ходе исследования и разработки были решены следующие задачи. Проведен анализ предметной области, который позволил выявить основные объекты учета: студенты, экзамены, модули, критерии оценки, эксперты, итоговые результаты и журнал изменений. Определены ключевые процессы, такие как регистрация студентов, настройка экзаменов, ввод и корректировка результатов, формирование отчетов и аудит изменений.</a:t>
            </a:r>
          </a:p>
          <a:p>
            <a:pPr marL="0" indent="0" algn="ctr">
              <a:buNone/>
            </a:pPr>
            <a:r>
              <a:rPr lang="ru-RU" dirty="0"/>
              <a:t>Спроектирована и реализована реляционная база данных, состоящая из восьми таблиц: «Специальности», «Студенты», «Экзамены», «Модули», «Критерии», «Эксперты», «Итоги» и «</a:t>
            </a:r>
            <a:r>
              <a:rPr lang="ru-RU" dirty="0" err="1"/>
              <a:t>Журнал_результатов</a:t>
            </a:r>
            <a:r>
              <a:rPr lang="ru-RU" dirty="0"/>
              <a:t>». База данных находится в третьей нормальной форме, что исключает дублирование данных и обеспечивает целостность. Таблицы связаны внешними ключами, а для повышения производительности запросов созданы соответствующие индексы.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09753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357</Words>
  <Application>Microsoft Office PowerPoint</Application>
  <PresentationFormat>Широкоэкранный</PresentationFormat>
  <Paragraphs>39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Аспект</vt:lpstr>
      <vt:lpstr>Разработка программного модуля для учета                       результатов проведения демонстрационного экзамена колледже          </vt:lpstr>
      <vt:lpstr>Актуальность и цель работы </vt:lpstr>
      <vt:lpstr>Задачи работы </vt:lpstr>
      <vt:lpstr>Концептуальная модель</vt:lpstr>
      <vt:lpstr>Функциональные требования (Use Case) </vt:lpstr>
      <vt:lpstr>Интерфейс программы </vt:lpstr>
      <vt:lpstr>Реализация авторизации 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Kab19-03</dc:creator>
  <cp:lastModifiedBy>Kab19-03</cp:lastModifiedBy>
  <cp:revision>1</cp:revision>
  <dcterms:created xsi:type="dcterms:W3CDTF">2026-05-26T10:10:02Z</dcterms:created>
  <dcterms:modified xsi:type="dcterms:W3CDTF">2026-05-26T10:32:59Z</dcterms:modified>
</cp:coreProperties>
</file>